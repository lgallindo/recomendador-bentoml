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Objetivo desta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097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Fazer o computador sugerir outros produtos quando o cliente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abre a página de um produto — e publicar isso como serviço HTTP.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5029200" cy="256032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ENTRADA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produto_na_pagina  (ex.: p01)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limite  (ex.: 4)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excluir  (lista de ids)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743200"/>
            <a:ext cx="5029200" cy="256032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SAÍDA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lista de produtos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cada um com nome, nota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  e posição na lista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029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A1A1A"/>
                </a:solidFill>
                <a:latin typeface="Georgia"/>
              </a:rPr>
              <a:t>Fluxo e onde está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Ler catálogo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cestas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dados/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catalogo.json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9460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432304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33472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Calcular notas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gravar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treino.py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1452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654296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55464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Guardar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artefato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model store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BentoML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3444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21424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6876288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77456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Receber HTTP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montar lista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77456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service.py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recomendar()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5436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098280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99448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Devolver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resposta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items[]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67428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097280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Linha de cima = o que acontece · linha de baixo = arquivo ou peça do sistema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A1A1A"/>
                </a:solidFill>
                <a:latin typeface="Georgia"/>
              </a:rPr>
              <a:t>O que treino.py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Roda uma vez antes de servir. Prepara números que o service.py só consulta.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606040" cy="1828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Lê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dados/catalogo.json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produtos + cestas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13639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417320"/>
            <a:ext cx="2606040" cy="18288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Calcula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pedidos ÷ máximo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 “juntos” nas cestas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97103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2606040" cy="1828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Empacota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um dicionário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80567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1417320"/>
            <a:ext cx="2606040" cy="18288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Grava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no store BentoML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(recomendador:…)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11155680" cy="20116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40480"/>
            <a:ext cx="10789920" cy="1737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Entrada do treino: o JSON do catálogo.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Saída do treino: arquivo no model store (pedidos_brutos, pop, cooc, nomes).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Na aula: just treino  →  depois  just serve.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cliente HTTP nunca chama treino.py; só o endpoint recomendar.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Exemplo: cliente abriu o Jarro de barro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115568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produto_na_pagina = p01 · técnica = cerâmica · pedimos 4 sugestões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69280" cy="44805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1. Outros de cerâmica: Prato, Boneca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(só 2 — ainda faltam vagas)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2. Nota = 0,7×popularidade + 0,3×juntos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Prato ≈ 0,77 · Boneca ≈ 0,52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3. Completar com os mais pedidos: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Rendeira ≈ 0,42 · Xilogravura ≈ 0,37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Detalhe das contas: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material/calculos-trabalhados.md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34440"/>
            <a:ext cx="5212080" cy="44805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846320" cy="4114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Lista devolvida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1  Prato esmaltado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2  Boneca de barro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3  Rendeira Alto do Moura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4  Xilogravura Pilar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curl-exemplo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Mesmos passos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064240" cy="475488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0704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service.py — função recomendar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1  candidatos = mesma técnica do produto_na_pagina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2  ordenar por pedidos (+ “juntos” nas cestas)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3  se ainda faltar vaga → pegar os mais pedidos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4  montar items[] com nome, score, reason, rank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treino.py — roda antes, uma vez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lê catalogo.json  →  grava pedidos_brutos, pop e cooc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  <a:latin typeface="Georgia"/>
              </a:rPr>
              <a:t>Onde isso fica no mapa da Inteligência Artificial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383280" cy="2468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Regras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explícitas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Hoje: mesma técnica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+ mais pedidos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05840"/>
            <a:ext cx="3383280" cy="2468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Aprendizado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 máquina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O computador ajusta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parâmetros com dados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 métricas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05840"/>
            <a:ext cx="3383280" cy="2468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IA generativa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Texto, imagens,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agentes conversando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Os três campos se misturam em produtos reais. Nesta aula ficamos no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primeiro: uma regra clara, testável, servida por HTTP.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Depois: (1) ligar à vitrine do marketplace · (2) estudar fundamentos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de aprendizado de máquina (Microsoft Learn, pt-BR) para trocar a regra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por um modelo treinado — sem mudar o contrato da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