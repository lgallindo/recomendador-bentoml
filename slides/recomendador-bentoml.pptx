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Objetivo desta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0972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D5E0DE"/>
                </a:solidFill>
                <a:latin typeface="Calibri"/>
              </a:rPr>
              <a:t>Fazer o computador sugerir outros produtos quando o cliente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D5E0DE"/>
                </a:solidFill>
                <a:latin typeface="Calibri"/>
              </a:rPr>
              <a:t>abre a página de um produto — e publicar isso como serviço HTTP.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5029200" cy="256032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4663440" cy="2286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ENTRADA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produto_na_pagina  (ex.: p01)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limite  (ex.: 4)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excluir  (lista de ids)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743200"/>
            <a:ext cx="5029200" cy="256032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880360"/>
            <a:ext cx="4663440" cy="22860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SAÍDA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lista de produtos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• cada um com nome, nota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  e posição na lista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029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A1A1A"/>
                </a:solidFill>
                <a:latin typeface="Georgia"/>
              </a:rPr>
              <a:t>Fluxo e onde está no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Ler catálogo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cestas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dados/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catalogo.json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9460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2432304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33472" y="1371600"/>
            <a:ext cx="1965960" cy="1325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Calcular notas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gravar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treino.py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1452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654296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55464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Guardar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artefato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5464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model store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BentoML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3444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21424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6876288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77456" y="1371600"/>
            <a:ext cx="1965960" cy="1325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Receber HTTP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 montar lista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77456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service.py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recomendar()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5436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2014540"/>
            <a:ext cx="146304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098280" y="192481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99448" y="1371600"/>
            <a:ext cx="1965960" cy="1325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Devolver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99448" y="3657600"/>
            <a:ext cx="1965960" cy="1325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resposta</a:t>
            </a:r>
          </a:p>
          <a:p>
            <a:pPr algn="ctr"/>
            <a:r>
              <a:rPr sz="1300" b="1">
                <a:solidFill>
                  <a:srgbClr val="1A1A1A"/>
                </a:solidFill>
                <a:latin typeface="Consolas"/>
              </a:rPr>
              <a:t>items[]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67428" y="2697480"/>
            <a:ext cx="30000" cy="96012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0972800" cy="6400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Linha de cima = o que acontece · linha de baixo = arquivo ou peça do sistema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A1A1A"/>
                </a:solidFill>
                <a:latin typeface="Georgia"/>
              </a:rPr>
              <a:t>O que treino.py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58"/>
                </a:solidFill>
                <a:latin typeface="Calibri"/>
              </a:rPr>
              <a:t>Roda uma vez antes de servir. Prepara números que o service.py só consulta.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606040" cy="18288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Lê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dados/catalogo.json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produtos + cestas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231172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3136392" y="222199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37560" y="1417320"/>
            <a:ext cx="2606040" cy="18288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Calcula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pedidos ÷ máximo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 “juntos” nas cestas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31172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971032" y="222199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2606040" cy="182880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Empacota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um dicionário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2311720"/>
            <a:ext cx="118872" cy="40000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805672" y="2221992"/>
            <a:ext cx="256032" cy="219456"/>
          </a:xfrm>
          <a:prstGeom prst="rightArrow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1417320"/>
            <a:ext cx="2606040" cy="182880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Grava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no store BentoML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(recomendador:…)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11155680" cy="20116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40480"/>
            <a:ext cx="10789920" cy="17373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Entrada do treino: o JSON do catálogo.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Saída do treino: arquivo no model store (pedidos_brutos, pop, cooc, nomes).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Na aula: just treino  →  depois  just serve.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cliente HTTP nunca chama treino.py; só o endpoint recomendar.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  <a:latin typeface="Georgia"/>
              </a:rPr>
              <a:t>Exemplo: cliente abriu o Jarro de barro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1155680" cy="3657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4A5558"/>
                </a:solidFill>
                <a:latin typeface="Calibri"/>
              </a:rPr>
              <a:t>produto_na_pagina = p01 · técnica = cerâmica · pedimos 4 sugestões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669280" cy="448056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42062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1. Outros de cerâmica: Prato, Boneca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(só 2 — ainda faltam vagas)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2. Nota = 0,7×popularidade + 0,3×juntos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Prato ≈ 0,77 · Boneca ≈ 0,52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3. Completar com os mais pedidos: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   Rendeira ≈ 0,42 · Xilogravura ≈ 0,37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Detalhe das contas: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material/calculos-trabalhados.md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234440"/>
            <a:ext cx="5212080" cy="448056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846320" cy="41148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Lista devolvida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1  Prato esmaltado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2  Boneca de barro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3  Rendeira Alto do Moura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4  Xilogravura Pilar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just curl-exemplo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Mesmos passos no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14400"/>
            <a:ext cx="11064240" cy="4754880"/>
          </a:xfrm>
          <a:prstGeom prst="roundRect">
            <a:avLst/>
          </a:prstGeom>
          <a:solidFill>
            <a:srgbClr val="24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07040" cy="43891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service.py — função recomendar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1  candidatos = mesma técnica do produto_na_pagina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2  ordenar por pedidos (+ “juntos” nas cestas)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3  se ainda faltar vaga → pegar os mais pedidos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passo 4  montar items[] com nome, score, reason, rank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treino.py — roda antes, uma vez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B8E0D8"/>
                </a:solidFill>
                <a:latin typeface="Consolas"/>
              </a:rPr>
              <a:t># lê catalogo.json  →  grava pedidos_brutos, pop e cooc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  <a:latin typeface="Georgia"/>
              </a:rPr>
              <a:t>Onde isso fica no mapa da Inteligência Artificial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383280" cy="2468880"/>
          </a:xfrm>
          <a:prstGeom prst="round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Regras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explícitas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Hoje: mesma técnica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+ mais pedidos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005840"/>
            <a:ext cx="3383280" cy="2468880"/>
          </a:xfrm>
          <a:prstGeom prst="roundRect">
            <a:avLst/>
          </a:prstGeom>
          <a:solidFill>
            <a:srgbClr val="1E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Aprendizado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 máquina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O computador ajusta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parâmetros com dados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 métricas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05840"/>
            <a:ext cx="3383280" cy="2468880"/>
          </a:xfrm>
          <a:prstGeom prst="roundRect">
            <a:avLst/>
          </a:prstGeom>
          <a:solidFill>
            <a:srgbClr val="E8F2F0"/>
          </a:solidFill>
          <a:ln w="15875">
            <a:solidFill>
              <a:srgbClr val="0D7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IA generativa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Texto, imagens,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agentes conversando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Os três campos se misturam em produtos reais. Nesta aula ficamos no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primeiro: uma regra clara, testável, servida por HTTP.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contrato da API (POST /recomendar) pode permanecer o mesmo se, mais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tarde, a regra for trocada por um modelo treinado.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58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