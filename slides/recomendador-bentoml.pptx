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Objetivo desta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0972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D5E0DE"/>
                </a:solidFill>
                <a:latin typeface="Calibri"/>
              </a:rPr>
              <a:t>Fazer o computador sugerir outros produtos quando o cliente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D5E0DE"/>
                </a:solidFill>
                <a:latin typeface="Calibri"/>
              </a:rPr>
              <a:t>abre a página de um produto — e publicar isso como serviço HTTP.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5029200" cy="256032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4663440" cy="2286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ENTRADA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produto_na_pagina  (ex.: p01)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limite  (ex.: 4)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excluir  (lista de ids)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743200"/>
            <a:ext cx="5029200" cy="256032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880360"/>
            <a:ext cx="4663440" cy="2286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SAÍDA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lista de produtos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cada um com nome, nota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  e posição na lista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029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A1A1A"/>
                </a:solidFill>
                <a:latin typeface="Georgia"/>
              </a:rPr>
              <a:t>Fluxo e onde está no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Ler catálogo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cestas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dados/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catalogo.json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9460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2432304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33472" y="1371600"/>
            <a:ext cx="1965960" cy="1325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Calcular notas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gravar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treino.py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1452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654296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55464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Guardar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artefato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5464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model store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BentoML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3444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21424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6876288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77456" y="1371600"/>
            <a:ext cx="1965960" cy="1325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Receber HTTP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montar lista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77456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service.py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recomendar()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5436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098280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99448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Devolver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resposta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items[]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67428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097280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Linha de cima = o que acontece · linha de baixo = arquivo ou peça do sistema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Exemplo: cliente abriu o Jarro de barro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115568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4A5558"/>
                </a:solidFill>
                <a:latin typeface="Calibri"/>
              </a:rPr>
              <a:t>produto_na_pagina = p01 · técnica = cerâmica · pedimos 4 sugestões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669280" cy="44805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1. Outros de cerâmica: Prato, Boneca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(só 2 — ainda faltam vagas)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2. Nota = 0,7×popularidade + 0,3×juntos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Prato ≈ 0,77 · Boneca ≈ 0,52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3. Completar com os mais pedidos: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Rendeira ≈ 0,42 · Xilogravura ≈ 0,37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Detalhe das contas: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material/calculos-trabalhados.md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234440"/>
            <a:ext cx="5212080" cy="44805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846320" cy="4114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Lista devolvida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1  Prato esmaltado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2  Boneca de barro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3  Rendeira Alto do Moura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4  Xilogravura Pilar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just curl-exemplo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Mesmos passos no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064240" cy="475488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07040" cy="4389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service.py — função recomendar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1  candidatos = mesma técnica do produto_na_pagina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2  ordenar por pedidos (+ “juntos” nas cestas)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3  se ainda faltar vaga → pegar os mais pedidos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4  montar items[] com nome, score, reason, rank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treino.py — roda antes, uma vez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lê catalogo.json  →  grava popularidade e similaridade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  <a:latin typeface="Georgia"/>
              </a:rPr>
              <a:t>Onde isso fica no mapa da Inteligência Artificial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383280" cy="2468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Regras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explícitas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Hoje: mesma técnica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+ mais pedidos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005840"/>
            <a:ext cx="3383280" cy="2468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Aprendizado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de máquina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O computador ajusta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parâmetros com dados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 métricas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05840"/>
            <a:ext cx="3383280" cy="2468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IA generativa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Texto, imagens,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agentes conversando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Os três campos se misturam em produtos reais. Nesta aula ficamos no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primeiro: uma regra clara, testável, servida por HTTP.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Depois: (1) ligar à vitrine do marketplace · (2) estudar fundamentos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de aprendizado de máquina (Microsoft Learn, pt-BR) para trocar a regra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por um modelo treinado — sem mudar o contrato da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