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Recomendação como serviço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4747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Hoje subimos um baseline honesto: mesma técnica do produto âncora,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ordenado por popularidade, com fallback pelos mais pedidos.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Não é filtragem colaborativa. Não há histórico real de navegação.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O contrato HTTP (BentoML) é o que a vitrine vai consumir depois.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Objetivo da aula: treinar o artefato, servir em localhost:3000,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D5E0DE"/>
                </a:solidFill>
                <a:latin typeface="Calibri"/>
              </a:rPr>
              <a:t>ler o JSON e saber repetir as contas do score no papel.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A5558"/>
                </a:solidFill>
                <a:latin typeface="Calibri"/>
              </a:rPr>
              <a:t>1 / 5  ·  texto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A1A1A"/>
                </a:solidFill>
                <a:latin typeface="Georgia"/>
              </a:rPr>
              <a:t>Do catálogo ao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A5558"/>
                </a:solidFill>
                <a:latin typeface="Calibri"/>
              </a:rPr>
              <a:t>Fluxo desta pasta — nada de outro repositório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1828800" cy="1234440"/>
          </a:xfrm>
          <a:prstGeom prst="roundRect">
            <a:avLst/>
          </a:prstGeom>
          <a:solidFill>
            <a:srgbClr val="E8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dados/</a:t>
            </a:r>
          </a:p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catalogo.json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2974660"/>
            <a:ext cx="21031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450592" y="28849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2377440"/>
            <a:ext cx="1828800" cy="1234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treino.py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artefato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974660"/>
            <a:ext cx="21031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599432" y="28849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00600" y="2377440"/>
            <a:ext cx="1828800" cy="123444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 store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BentoML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974660"/>
            <a:ext cx="21031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748272" y="28849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0" y="2377440"/>
            <a:ext cx="1828800" cy="1234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service.py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POST /recomendar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2974660"/>
            <a:ext cx="21031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897112" y="288493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98280" y="2377440"/>
            <a:ext cx="1828800" cy="1234440"/>
          </a:xfrm>
          <a:prstGeom prst="roundRect">
            <a:avLst/>
          </a:prstGeom>
          <a:solidFill>
            <a:srgbClr val="E8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JSON</a:t>
            </a:r>
          </a:p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items[]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972800" cy="1828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Regra em linguagem natural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1. Filtrar mesma técnica · 2. Ordenar por pedidos (+ co-ocorrência) ·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3. Se faltar vaga, completar com os mais pedidos do catálogo.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A5558"/>
                </a:solidFill>
                <a:latin typeface="Calibri"/>
              </a:rPr>
              <a:t>2 / 5  ·  diagrama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5029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1A1A1A"/>
                </a:solidFill>
                <a:latin typeface="Georgia"/>
              </a:rPr>
              <a:t>Conta trabalhada — âncora p01 (cerâmica)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5486400" cy="4754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5120640" cy="44805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pop_norm = pedidos / 42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p02: 28/42 ≈ 0,6667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p03: 19/42 ≈ 0,4524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sim(p01,p02)=1,00  sim(p01,p03)≈0,67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mesma técnica: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score = 0,7·pop_norm + 0,3·sim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p02: 0,7·0,6667 + 0,3·1 = 0,7667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p03: 0,7·0,4524 + 0,3·0,67 ≈ 0,5167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Só 2 cerâmicas → fallback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p04, p07 com score = 0,5·pop_norm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005840"/>
            <a:ext cx="5303520" cy="4754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493776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Resposta (ordem)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1  p02  mesma_tecnica   0,7667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2  p03  mesma_tecnica   0,5167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3  p04  fallback        0,4167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4  p07  fallback        0,3690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fallback_used = true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Detalhe: material/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</a:rPr>
              <a:t>calculos-trabalhados.md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A5558"/>
                </a:solidFill>
                <a:latin typeface="Calibri"/>
              </a:rPr>
              <a:t>3 / 5  ·  exemplo numérico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Georgia"/>
              </a:rPr>
              <a:t>Código comentado — o miolo do serviço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972800" cy="329184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88720"/>
            <a:ext cx="10515600" cy="3017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@bentoml.api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def recomendar(self, produto_ancora, limite=4, excluir=None):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    # 1) candidatos = mesma técnica, sem âncora/excluir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    # 2) ordena por (pedidos, similaridade)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    # 3) se len &lt; limite → completa com populares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    # 4) score = 0.7*pop_n + 0.3*sim   (ou 0.5*pop_n)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B8E0D8"/>
                </a:solidFill>
                <a:latin typeface="Consolas"/>
              </a:rPr>
              <a:t>    return {"items": [...], "fallback_used": ...}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280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5D0CE"/>
                </a:solidFill>
                <a:latin typeface="Calibri"/>
              </a:rPr>
              <a:t>treino.py grava o dicionário (produtos, popularidade, similaridade) no store.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5D0CE"/>
                </a:solidFill>
                <a:latin typeface="Calibri"/>
              </a:rPr>
              <a:t>service.py só carrega o pickle e aplica a regra — fácil de trocar depois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5D0CE"/>
                </a:solidFill>
                <a:latin typeface="Calibri"/>
              </a:rPr>
              <a:t>por um modelo treinado sem mudar o contrato HTTP.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A5558"/>
                </a:solidFill>
                <a:latin typeface="Calibri"/>
              </a:rPr>
              <a:t>4 / 5  · 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1A1A1A"/>
                </a:solidFill>
                <a:latin typeface="Georgia"/>
              </a:rPr>
              <a:t>Onde isso entra no mapa da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383280" cy="237744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IA simbólica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/ regras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Nosso baseline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vive aqui hoje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51560"/>
            <a:ext cx="3383280" cy="237744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Aprendizado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de máquina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Supervisionado,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não supervisionado,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por reforço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051560"/>
            <a:ext cx="3383280" cy="2377440"/>
          </a:xfrm>
          <a:prstGeom prst="roundRect">
            <a:avLst/>
          </a:prstGeom>
          <a:solidFill>
            <a:srgbClr val="E8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A1A1A"/>
                </a:solidFill>
                <a:latin typeface="Calibri"/>
              </a:rPr>
              <a:t>IA generativa</a:t>
            </a:r>
          </a:p>
          <a:p>
            <a:pPr algn="ctr"/>
            <a:r>
              <a:rPr sz="1800" b="1" i="0">
                <a:solidFill>
                  <a:srgbClr val="1A1A1A"/>
                </a:solidFill>
                <a:latin typeface="Calibri"/>
              </a:rPr>
              <a:t>/ LLMs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Texto, código,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agentes — outro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canto do mapa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972800" cy="2103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Recomendação “de verdade” no AM costuma ser: conteúdo, colaborativa,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ou híbrida — com dados de interação e métricas (precisão@k, recall@k).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Próximo passo de estudo (módulo Microsoft Learn, pt-BR): fundamentos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 AM para evoluir esta regra até um modelo treinado — mantendo o BentoML.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Antes disso: ligar esta API à vitrine do marketplace da primeira aula.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A5558"/>
                </a:solidFill>
                <a:latin typeface="Calibri"/>
              </a:rPr>
              <a:t>5 / 5  ·  mapa IA / 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